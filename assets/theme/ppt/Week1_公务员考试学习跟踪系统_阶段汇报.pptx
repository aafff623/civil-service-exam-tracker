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926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00584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1168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Week 1 阶段汇报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92608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288036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474720"/>
            <a:ext cx="111675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804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6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01  项目背景与目标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面向在校大学生的公务员备考跟踪系统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02  Week 1 概览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搭建骨架、完成数据库与用户资源模块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03  技术选型与架构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Flask + MySQL + 原生 HTML/CSS/JS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04  数据库设计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12 张核心表 + 11 个索引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05  用户与资源模块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Session 认证 + 23 条备考资源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06  后续计划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Week 2 将完成题库、计划、统计、推荐、答疑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目标用户：大一、大二备考公务员的在校大学生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核心痛点：备考资料分散、学习进度难跟踪、弱项难定位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项目目标：轻量级一站式公务员考试学习跟踪系统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技术栈：Python Flask + MySQL 8.0 + 原生 HTML/CSS/JS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开发周期：3 周，Week 1 聚焦基础设施与核心数据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1 概览 — 从 0 到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代码提交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32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新增文件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种子资源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1-2：项目初始化与 Flask 骨架搭建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3：12 张核心数据表设计与种子数据导入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4：用户注册 / 登录 / Session 认证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5：考试资源列表 / 详情 / 分类筛选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当前整体进度约 25%：骨架已搭好，核心业务待 Week 2 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技术选型与架构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技术选型原则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简单、可演示、不引入新框架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Flask：轻量、路由清晰、文档丰富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MySQL 8.0：支持事务与外键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原生 HTML/CSS/JS：降低答辩环境成本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前后端分离架构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后端端口 5001，提供 RESTful API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前端端口 8080，静态文件服务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统一响应格式：{ success, data, message }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CORS 配置支持本地双端口开发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数据库设计 — 12 张核心表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一次性定义 12 张表，覆盖用户、科目、资源、题目、答题、计划、进度、弱项、推荐、留言全链路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核心表：users / subjects / resources / questions / answers / plans / plan_items / progress / weak_points / recommendations / comments / goals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表间通过外键关联，如 answers 关联 users 与 questions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建立 11 个索引，覆盖用户名、用户 ID、科目 ID、资源 ID、答题时间等高频查询字段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种子数据：7 个科目、23 条资源、4 个演示账号，执行 init_db.py 一键重建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用户模块 — 注册登录与 Session 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实现注册、登录、登出、获取当前用户 4 个 API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密码使用 werkzeug 的 scrypt 哈希，不存明文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登录成功后写入 Flask Session，浏览器 Cookie 自动携带 session_id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前端登录页预填演示账号 root / 123456，方便快速进入系统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封装 login_required / admin_required 装饰器，区分普通用户与管理员权限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资源模块 — 23 条备考资源入库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资源分类：考试大纲、历年真题、模拟题、备考资料、政策公告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每条资源关联科目，支持资源详情页查看与分类筛选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前端资源库支持按类型标签切换、按科目筛选、关键词搜索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管理员可上传新资源与批量删除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资源详情页展示内容摘要，为 Week 2 题目与资源联动预留接口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后续计划 — Week 2 重点工作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题库与练习：实现 200 道种子题的列表、筛选、答题与记录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智能学习计划：根据备考周期、每日时长、科目权重生成每日任务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学习进度统计：答题历史、正确率、完成率可视化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弱项识别与推荐：基于答题历史自动定位弱项并推荐资源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题目解析与答疑：每题提供解析，支持留言提问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19456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10896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3840480"/>
            <a:ext cx="111675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项目仓库：github.com/Aafff623/civil-service-exam-tracker</a:t>
            </a:r>
            <a:br/>
            <a:r>
              <a:t>当前阶段：Week 1 完成，Week 2 进入核心业务模块开发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