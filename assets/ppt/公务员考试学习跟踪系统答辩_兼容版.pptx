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封面页，介绍项目与答辩人信息。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目录页，向老师展示今天汇报的五大部分。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说明项目为谁做、解决什么问题、用什么技术实现。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用核心数据总览 Week 1 成果，建立工作量印象。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介绍数据库表结构，强调外键预留支撑后续联动。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讲解用户认证机制和资源库的构建。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用时间线回顾 Week 1，并引出 Week 2。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展示 Week 2 核心产出：题库规模与题型分布。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讲解计划生成算法，突出个性化逻辑。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说明进度统计如何帮助用户了解自己的学习情况。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讲解弱项识别规则与推荐逻辑。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说明解析与答疑模块，点出 AI 为规则回复的取舍。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用时间线总结 Week 2，过渡到 Week 3。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展示 Week 3 在视觉与交互上的改进。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强调测试覆盖与演示数据准备。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说明文档体系如何支撑答辩与后续维护。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用数据和完成度图表总结项目最终成果。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致谢页，提供仓库与演示信息。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png"/>
  <Relationship Id="rId3" Type="http://schemas.openxmlformats.org/officeDocument/2006/relationships/image" Target="../media/image9.svg"/>
  <Relationship Id="rId10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png"/>
  <Relationship Id="rId3" Type="http://schemas.openxmlformats.org/officeDocument/2006/relationships/image" Target="../media/image10.svg"/>
  <Relationship Id="rId10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png"/>
  <Relationship Id="rId3" Type="http://schemas.openxmlformats.org/officeDocument/2006/relationships/image" Target="../media/image11.svg"/>
  <Relationship Id="rId10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png"/>
  <Relationship Id="rId3" Type="http://schemas.openxmlformats.org/officeDocument/2006/relationships/image" Target="../media/image12.svg"/>
  <Relationship Id="rId10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png"/>
  <Relationship Id="rId3" Type="http://schemas.openxmlformats.org/officeDocument/2006/relationships/image" Target="../media/image13.svg"/>
  <Relationship Id="rId10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png"/>
  <Relationship Id="rId3" Type="http://schemas.openxmlformats.org/officeDocument/2006/relationships/image" Target="../media/image14.svg"/>
  <Relationship Id="rId10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5.png"/>
  <Relationship Id="rId3" Type="http://schemas.openxmlformats.org/officeDocument/2006/relationships/image" Target="../media/image15.svg"/>
  <Relationship Id="rId10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6.png"/>
  <Relationship Id="rId3" Type="http://schemas.openxmlformats.org/officeDocument/2006/relationships/image" Target="../media/image16.svg"/>
  <Relationship Id="rId10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7.png"/>
  <Relationship Id="rId3" Type="http://schemas.openxmlformats.org/officeDocument/2006/relationships/image" Target="../media/image17.svg"/>
  <Relationship Id="rId10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8.png"/>
  <Relationship Id="rId3" Type="http://schemas.openxmlformats.org/officeDocument/2006/relationships/image" Target="../media/image18.svg"/>
  <Relationship Id="rId10" Type="http://schemas.openxmlformats.org/officeDocument/2006/relationships/notesSlide" Target="../notesSlides/notesSlide1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