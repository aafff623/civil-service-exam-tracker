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2743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公务员考试学习跟踪系统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2000" b="0">
                <a:solidFill>
                  <a:srgbClr val="E8F4FC"/>
                </a:solidFill>
                <a:latin typeface="Microsoft YaHei"/>
              </a:defRPr>
            </a:pPr>
            <a:r>
              <a:t>课程设计答辩汇报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47" y="2834640"/>
            <a:ext cx="3657600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40983" y="2788920"/>
            <a:ext cx="109728" cy="10972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答辩人：[答辩人姓名]</a:t>
            </a:r>
            <a:br/>
            <a:r>
              <a:t>指导老师：[指导老师]</a:t>
            </a:r>
            <a:br/>
            <a:r>
              <a:t>[学校 / 学院]</a:t>
            </a:r>
            <a:br/>
            <a:r>
              <a:t>2026年6月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35024"/>
            <a:ext cx="5501487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01  项目背景与目标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     面向在校大学生的公务员备考跟踪系统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02  技术选型与架构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     Flask + MySQL + 原生 HTML/CSS/JS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03  数据库设计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     12 张核心表 + 11 个索引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04  用户与资源模块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     Session 认证 + 23 条备考资源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05  题库与练习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     200 道题 + 单选/多选/判断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06  智能学习计划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     权重 × 难度 + 弱项加权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335024"/>
            <a:ext cx="5501487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07  进度统计与可视化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     答题历史 + 正确率 + 图表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08  弱项识别与推荐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     答题量 ≥ 5 且正确率 &lt; 60%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09  解析与答疑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     每题解析 + 留言提问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10  UI/UX 与测试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     Aceternity 风格 + API 冒烟测试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11  最终成果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     7 大模块 + 可运行系统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12  致谢 / Q&amp;A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     感谢聆听，欢迎提问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1277295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目标用户：大一、大二备考公务员的在校大学生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核心痛点：备考资料分散、学习进度难跟踪、弱项难定位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项目目标：轻量级一站式公务员考试学习跟踪系统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技术栈：Python Flask + MySQL 8.0 + 原生 HTML/CSS/JS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开发周期：3 周，从骨架搭建到可答辩系统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技术选型与架构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后端：Flask 3.0，RESTful API，Session/Cookie 认证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数据库：MySQL 8.0+，12 张表覆盖 7 大模块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前端：原生 HTML/CSS/JS，无额外框架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架构：前后端分离，后端 5001 + 前端 8080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部署：init_db.py 一键导入种子数据，换机方便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[ 此处插入：系统架构图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12 张核心表：users / subjects / resources / questions / answers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plans / plan_items / progress / weak_points / recommendations / comments / goals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外键关联：answers 关联 users 与 questions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11 个索引覆盖高频查询字段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种子数据：7 科目、23 资源、4 演示账号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[ 此处插入：数据库 ER 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用户与资源模块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用户：注册 / 登录 / Session 认证 / scrypt 密码哈希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权限：login_required 与 admin_required 装饰器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资源：23 条备考资源，分 5 大类型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资源库：类型标签 + 科目筛选 + 关键词搜索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演示账号：root / 123456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[ 此处插入：登录页 / 资源库截图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Week 1 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1277295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完成项目骨架、数据库设计、用户与资源模块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产出 11 次提交、32 个新增文件、12 张表、23 条资源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为 Week 2 业务模块预留完整外键与命名规范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技术选型与前后端分离架构确定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题库与练习模块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200 道种子题：单选 152 / 判断 34 / 多选 14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覆盖 7 个科目，通过 resource_id 与资源关联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三级筛选：科目 + 资料来源 + 题型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多选答案规范化比对，避免 AC/CA 判错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答题后即时展示结果与解析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[ 此处插入：题库练习页截图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智能学习计划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输入：备考周期、每日可用时长、科目权重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算法：优先级 = 科目权重 × 难度 + 弱项加权 50%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输出：每日任务卡片，三阶段划分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基础 30% / 强化 40% / 冲刺 30%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重新生成时事务内先删后插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[ 此处插入：学习计划页截图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进度统计与可视化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记录答题历史，实时计算正确率与完成率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Dashboard 接入今日任务与进度概览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统计页：KPI 看板 + 学习时长折线图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正确率趋势 + 打卡日历 + 连续打卡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新用户无数据时 Demo 数据兜底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[ 此处插入：统计页截图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弱项识别与个性化推荐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弱项规则：答题量 ≥ 5 且正确率 &lt; 60%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每次答题后实时更新 weak_points 表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自动推荐相关资源与同类练习题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推荐页基于答题历史动态生成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新用户冷启动回退到通用入门推荐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[ 此处插入：推荐页截图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解析与答疑模块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每题提供答案解析与答题技巧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支持学生针对题目提交留言提问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Dashboard 接入评论提交入口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AI 答疑为规则回复，课程设计可控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留言与题目、用户关联，便于追踪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[ 此处插入：答疑页截图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Week 2 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1277295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完成 6 大核心业务模块：题库、计划、统计、推荐、答疑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200 道题入库，Dashboard 接入核心业务数据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弱项识别与推荐逻辑跑通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为 Week 3 UI/UX 统一与测试打下基础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UI/UX 统一与动画交互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Aceternity 风格 surface 迁移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加载 veil、页面过渡、GSAP 数字动画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Dashboard 今日任务勾选 FLIP 动画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学习时长热力图支持 5 级色阶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860px 断点下 sidebar 变抽屉式导航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[ 此处插入：Dashboard 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测试、Review 与演示数据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1277295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PowerShell 冒烟测试覆盖 18+ API 端点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修复模块加载时序、本地时区过滤、多选比对等问题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题库从初始版扩容至 200 题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题目与资源通过 resource_id 关联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多选题型交互与答案规范化完善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文档整理与项目归档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1277295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README.md：环境准备 / 开机运行 / 换机实测 / 维护规范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docs/PROJECT_GUIDE.md：详细使用指南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docs/DEVELOPMENT_TIMELINE.md：三周开发进度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.cursorrules：Cursor 项目上下文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所有文档与 init_db.sql 同步更新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最终成果与核心数据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23544"/>
            <a:ext cx="2695879" cy="9601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2600" b="1">
                <a:solidFill>
                  <a:srgbClr val="0066CC"/>
                </a:solidFill>
                <a:latin typeface="Microsoft YaHei"/>
              </a:defRPr>
            </a:pPr>
            <a:r>
              <a:t>7</a:t>
            </a:r>
          </a:p>
          <a:p>
            <a:pPr algn="ctr">
              <a:spcAft>
                <a:spcPts val="2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个</a:t>
            </a:r>
          </a:p>
          <a:p>
            <a:pPr algn="ctr"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7671" y="923544"/>
            <a:ext cx="2695879" cy="9601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2600" b="1">
                <a:solidFill>
                  <a:srgbClr val="0066CC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spcAft>
                <a:spcPts val="2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张</a:t>
            </a:r>
          </a:p>
          <a:p>
            <a:pPr algn="ctr"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数据表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8143" y="923544"/>
            <a:ext cx="2695879" cy="9601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2600" b="1">
                <a:solidFill>
                  <a:srgbClr val="0066CC"/>
                </a:solidFill>
                <a:latin typeface="Microsoft YaHei"/>
              </a:defRPr>
            </a:pPr>
            <a:r>
              <a:t>200</a:t>
            </a:r>
          </a:p>
          <a:p>
            <a:pPr algn="ctr">
              <a:spcAft>
                <a:spcPts val="2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题</a:t>
            </a:r>
          </a:p>
          <a:p>
            <a:pPr algn="ctr"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题库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38615" y="923544"/>
            <a:ext cx="2695879" cy="9601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2600" b="1">
                <a:solidFill>
                  <a:srgbClr val="0066CC"/>
                </a:solidFill>
                <a:latin typeface="Microsoft YaHei"/>
              </a:defRPr>
            </a:pPr>
            <a:r>
              <a:t>23</a:t>
            </a:r>
          </a:p>
          <a:p>
            <a:pPr algn="ctr">
              <a:spcAft>
                <a:spcPts val="200"/>
              </a:spcAft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条</a:t>
            </a:r>
          </a:p>
          <a:p>
            <a:pPr algn="ctr"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资源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66544"/>
            <a:ext cx="11277295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7 个核心模块全部实现并联调通过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10 个后端 Blueprint，后端 5001 + 前端 8080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约 50+ 次 commit，可运行、可演示、可换机部署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 演示账号：root / 123456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63824"/>
            <a:ext cx="2682163" cy="14173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62756"/>
            <a:ext cx="2682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[ 此处插入：登录页截图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2243" y="3163824"/>
            <a:ext cx="2682163" cy="14173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2243" y="3762756"/>
            <a:ext cx="2682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[ 此处插入：Dashboard截图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3163824"/>
            <a:ext cx="2682163" cy="14173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7287" y="3762756"/>
            <a:ext cx="2682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[ 此处插入：资源库截图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331" y="3163824"/>
            <a:ext cx="2682163" cy="14173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331" y="3762756"/>
            <a:ext cx="2682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[ 此处插入：题库页截图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2000" b="0">
                <a:solidFill>
                  <a:srgbClr val="E8F4FC"/>
                </a:solidFill>
                <a:latin typeface="Microsoft YaHei"/>
              </a:defRPr>
            </a:pPr>
            <a:r>
              <a:t>欢迎老师提问与指导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项目仓库：github.com/Aafff623/civil-service-exam-tracker</a:t>
            </a:r>
            <a:br/>
            <a:r>
              <a:t>演示地址：http://localhost:8080/login.html</a:t>
            </a:r>
            <a:br/>
            <a:r>
              <a:t>账号：root / 123456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