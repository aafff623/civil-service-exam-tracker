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29260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1097280"/>
            <a:ext cx="1116756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公务员考试学习跟踪系统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194560"/>
            <a:ext cx="111675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400" b="0">
                <a:solidFill>
                  <a:srgbClr val="E8F4FC"/>
                </a:solidFill>
                <a:latin typeface="Microsoft YaHei"/>
              </a:defRPr>
            </a:pPr>
            <a:r>
              <a:t>Week 1 阶段汇报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047" y="3200400"/>
            <a:ext cx="3657600" cy="25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040983" y="3154680"/>
            <a:ext cx="109728" cy="109728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3840480"/>
            <a:ext cx="11167567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000" b="0">
                <a:solidFill>
                  <a:srgbClr val="666666"/>
                </a:solidFill>
                <a:latin typeface="Microsoft YaHei"/>
              </a:defRPr>
            </a:pPr>
            <a:r>
              <a:t>答辩人：[答辩人姓名]</a:t>
            </a:r>
            <a:br/>
            <a:r>
              <a:t>指导老师：[指导老师]</a:t>
            </a:r>
            <a:br/>
            <a:r>
              <a:t>[学校 / 学院]</a:t>
            </a:r>
            <a:br/>
            <a:r>
              <a:t>2026年6月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" y="6400800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48111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69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869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2834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606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汇报提纲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1430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defRPr sz="3200" b="1">
                <a:solidFill>
                  <a:srgbClr val="003366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965960"/>
            <a:ext cx="11167567" cy="410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01    项目背景与目标</a:t>
            </a:r>
          </a:p>
          <a:p>
            <a:pPr>
              <a:spcAft>
                <a:spcPts val="16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      面向在校大学生的公务员备考跟踪系统</a:t>
            </a:r>
          </a:p>
          <a:p>
            <a:pPr>
              <a:spcAft>
                <a:spcPts val="400"/>
              </a:spcAft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02    Week 1 概览</a:t>
            </a:r>
          </a:p>
          <a:p>
            <a:pPr>
              <a:spcAft>
                <a:spcPts val="16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      搭建骨架、完成数据库与用户资源模块</a:t>
            </a:r>
          </a:p>
          <a:p>
            <a:pPr>
              <a:spcAft>
                <a:spcPts val="400"/>
              </a:spcAft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03    技术选型与架构</a:t>
            </a:r>
          </a:p>
          <a:p>
            <a:pPr>
              <a:spcAft>
                <a:spcPts val="16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      Flask + MySQL + 原生 HTML/CSS/JS</a:t>
            </a:r>
          </a:p>
          <a:p>
            <a:pPr>
              <a:spcAft>
                <a:spcPts val="400"/>
              </a:spcAft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04    数据库设计</a:t>
            </a:r>
          </a:p>
          <a:p>
            <a:pPr>
              <a:spcAft>
                <a:spcPts val="16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      12 张核心表 + 11 个索引</a:t>
            </a:r>
          </a:p>
          <a:p>
            <a:pPr>
              <a:spcAft>
                <a:spcPts val="400"/>
              </a:spcAft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05    用户与资源模块</a:t>
            </a:r>
          </a:p>
          <a:p>
            <a:pPr>
              <a:spcAft>
                <a:spcPts val="16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      Session 认证 + 23 条备考资源</a:t>
            </a:r>
          </a:p>
          <a:p>
            <a:pPr>
              <a:spcAft>
                <a:spcPts val="400"/>
              </a:spcAft>
              <a:defRPr sz="2200" b="1">
                <a:solidFill>
                  <a:srgbClr val="003366"/>
                </a:solidFill>
                <a:latin typeface="Microsoft YaHei"/>
              </a:defRPr>
            </a:pPr>
            <a:r>
              <a:t>06    后续计划</a:t>
            </a:r>
          </a:p>
          <a:p>
            <a:pPr>
              <a:spcAft>
                <a:spcPts val="16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        Week 2 将完成题库、计划、统计、推荐、答疑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6400800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48111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69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869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2834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606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325880"/>
            <a:ext cx="11167567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目标用户：大一、大二备考公务员的在校大学生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核心痛点：备考资料分散、学习进度难跟踪、弱项难定位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项目目标：轻量级一站式公务员考试学习跟踪系统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技术栈：Python Flask + MySQL 8.0 + 原生 HTML/CSS/JS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开发周期：3 周，Week 1 聚焦基础设施与核心数据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400800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69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869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2834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606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Week 1 概览 — 从 0 到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508760"/>
            <a:ext cx="2620441" cy="146304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11</a:t>
            </a:r>
          </a:p>
          <a:p>
            <a:pPr algn="ctr">
              <a:spcAft>
                <a:spcPts val="8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次</a:t>
            </a:r>
          </a:p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代码提交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61105" y="1508760"/>
            <a:ext cx="2620441" cy="146304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32</a:t>
            </a:r>
          </a:p>
          <a:p>
            <a:pPr algn="ctr">
              <a:spcAft>
                <a:spcPts val="8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个</a:t>
            </a:r>
          </a:p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新增文件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0147" y="1508760"/>
            <a:ext cx="2620441" cy="146304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12</a:t>
            </a:r>
          </a:p>
          <a:p>
            <a:pPr algn="ctr">
              <a:spcAft>
                <a:spcPts val="8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张</a:t>
            </a:r>
          </a:p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数据库表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9189" y="1508760"/>
            <a:ext cx="2620441" cy="1463040"/>
          </a:xfrm>
          <a:prstGeom prst="round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23</a:t>
            </a:r>
          </a:p>
          <a:p>
            <a:pPr algn="ctr">
              <a:spcAft>
                <a:spcPts val="800"/>
              </a:spcAft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条</a:t>
            </a:r>
          </a:p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种子资源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3154680"/>
            <a:ext cx="11167567" cy="3008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 Day 1-2：项目初始化与 Flask 骨架搭建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 Day 3：12 张核心数据表设计与种子数据导入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 Day 4：用户注册 / 登录 / Session 认证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 Day 5：考试资源列表 / 详情 / 分类筛选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•  当前整体进度约 25%：骨架已搭好，核心业务待 Week 2 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" y="6400800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48111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69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869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2834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606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技术选型与架构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" y="1325880"/>
            <a:ext cx="5400903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技术选型原则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1874520"/>
            <a:ext cx="5400903" cy="4471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 简单、可演示、不引入新框架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 Flask：轻量、路由清晰、文档丰富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 MySQL 8.0：支持事务与外键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 原生 HTML/CSS/JS：降低答辩环境成本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325880"/>
            <a:ext cx="5400903" cy="41148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0D7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003366"/>
                </a:solidFill>
                <a:latin typeface="Microsoft YaHei"/>
              </a:defRPr>
            </a:pPr>
            <a:r>
              <a:t>前后端分离架构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1874520"/>
            <a:ext cx="5400903" cy="4471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 后端端口 5001，提供 RESTful API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 前端端口 8080，静态文件服务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 统一响应格式：{ success, data, message }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600">
                <a:solidFill>
                  <a:srgbClr val="333333"/>
                </a:solidFill>
                <a:latin typeface="Microsoft YaHei"/>
              </a:defRPr>
            </a:pPr>
            <a:r>
              <a:t>•  CORS 配置支持本地双端口开发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6400800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48111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69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869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2834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606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数据库设计 — 12 张核心表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325880"/>
            <a:ext cx="11167567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一次性定义 12 张表，覆盖用户、科目、资源、题目、答题、计划、进度、弱项、推荐、留言全链路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核心表：users / subjects / resources / questions / answers / plans / plan_items / progress / weak_points / recommendations / comments / goals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表间通过外键关联，如 answers 关联 users 与 questions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建立 11 个索引，覆盖用户名、用户 ID、科目 ID、资源 ID、答题时间等高频查询字段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种子数据：7 个科目、23 条资源、4 个演示账号，执行 init_db.py 一键重建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400800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69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869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2834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606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用户模块 — 注册登录与 Session 认证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325880"/>
            <a:ext cx="11167567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实现注册、登录、登出、获取当前用户 4 个 API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密码使用 werkzeug 的 scrypt 哈希，不存明文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登录成功后写入 Flask Session，浏览器 Cookie 自动携带 session_id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前端登录页预填演示账号 root / 123456，方便快速进入系统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封装 login_required / admin_required 装饰器，区分普通用户与管理员权限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400800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69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869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2834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606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资源模块 — 23 条备考资源入库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325880"/>
            <a:ext cx="11167567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资源分类：考试大纲、历年真题、模拟题、备考资料、政策公告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每条资源关联科目，支持资源详情页查看与分类筛选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前端资源库支持按类型标签切换、按科目筛选、关键词搜索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管理员可上传新资源与批量删除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资源详情页展示内容摘要，为 Week 2 题目与资源联动预留接口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400800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8696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8696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308031" y="283464"/>
            <a:ext cx="1371600" cy="320040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Week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60604"/>
            <a:ext cx="961308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后续计划 — Week 2 重点工作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325880"/>
            <a:ext cx="11167567" cy="4837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题库与练习：实现 200 道种子题的列表、筛选、答题与记录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智能学习计划：根据备考周期、每日时长、科目权重生成每日任务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学习进度统计：答题历史、正确率、完成率可视化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弱项识别与推荐：基于答题历史自动定位弱项并推荐资源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2000">
                <a:solidFill>
                  <a:srgbClr val="333333"/>
                </a:solidFill>
                <a:latin typeface="Microsoft YaHei"/>
              </a:defRPr>
            </a:pPr>
            <a:r>
              <a:t>•  题目解析与答疑：每题提供解析，支持留言提问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400800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2194560"/>
            <a:ext cx="11167567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感谢聆听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200400"/>
            <a:ext cx="111675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2400" b="0">
                <a:solidFill>
                  <a:srgbClr val="E8F4FC"/>
                </a:solidFill>
                <a:latin typeface="Microsoft YaHei"/>
              </a:defRPr>
            </a:pPr>
            <a:r>
              <a:t>欢迎老师提问与指导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4114800"/>
            <a:ext cx="11167567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项目仓库：github.com/Aafff623/civil-service-exam-tracker</a:t>
            </a:r>
            <a:br/>
            <a:r>
              <a:t>当前阶段：Week 1 完成，Week 2 进入核心业务模块开发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6400800"/>
            <a:ext cx="11167567" cy="12700"/>
          </a:xfrm>
          <a:prstGeom prst="rect">
            <a:avLst/>
          </a:prstGeom>
          <a:solidFill>
            <a:srgbClr val="D0D7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48111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999999"/>
                </a:solidFill>
                <a:latin typeface="Microsoft YaHei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