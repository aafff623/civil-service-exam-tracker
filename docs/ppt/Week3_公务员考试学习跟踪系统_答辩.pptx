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29260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005840"/>
            <a:ext cx="1116756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公务员考试学习跟踪系统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011680"/>
            <a:ext cx="111675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100" b="0">
                <a:solidFill>
                  <a:srgbClr val="E8F4FC"/>
                </a:solidFill>
                <a:latin typeface="Microsoft YaHei"/>
              </a:defRPr>
            </a:pPr>
            <a:r>
              <a:t>课程设计答辩汇报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047" y="2926080"/>
            <a:ext cx="3657600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40983" y="2880360"/>
            <a:ext cx="109728" cy="109728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3474720"/>
            <a:ext cx="1116756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700" b="0">
                <a:solidFill>
                  <a:srgbClr val="666666"/>
                </a:solidFill>
                <a:latin typeface="Microsoft YaHei"/>
              </a:defRPr>
            </a:pPr>
            <a:r>
              <a:t>答辩人：[答辩人姓名]</a:t>
            </a:r>
            <a:br/>
            <a:r>
              <a:t>指导老师：[指导老师]</a:t>
            </a:r>
            <a:br/>
            <a:r>
              <a:t>[学校 / 学院]</a:t>
            </a:r>
            <a:br/>
            <a:r>
              <a:t>2026年6月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汇报提纲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8046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600" b="1">
                <a:solidFill>
                  <a:srgbClr val="003366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399032"/>
            <a:ext cx="5423763" cy="4928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01  项目背景与目标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面向在校大学生的公务员备考跟踪系统</a:t>
            </a:r>
          </a:p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02  Week 1 回顾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基础设施、数据库、用户与资源模块</a:t>
            </a:r>
          </a:p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03  Week 2 回顾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题库、计划、统计、推荐、答疑</a:t>
            </a:r>
          </a:p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04  Week 3 概览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UI/UX、测试、文档、最终成果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5867" y="1399032"/>
            <a:ext cx="5423763" cy="4928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05  UI/UX 统一与动画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Aceternity 风格与交互体验</a:t>
            </a:r>
          </a:p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06  测试与演示数据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API 冒烟测试与 200 题题库</a:t>
            </a:r>
          </a:p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07  文档整理与归档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README、PROJECT_GUIDE、时间线</a:t>
            </a:r>
          </a:p>
          <a:p>
            <a:pPr>
              <a:spcAft>
                <a:spcPts val="2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08  最终成果与展望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     7 大模块 + 可运行系统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41832"/>
            <a:ext cx="11167567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目标用户：大一、大二备考公务员的在校大学生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核心痛点：备考资料分散、学习进度难跟踪、弱项难定位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项目目标：轻量级一站式公务员考试学习跟踪系统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技术栈：Python Flask + MySQL 8.0 + 原生 HTML/CSS/JS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开发周期：3 周，从骨架搭建到可答辩系统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Week 1 回顾 — 基础设施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11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次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提交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9675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12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张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23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条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资源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24899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2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个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蓝图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496312"/>
            <a:ext cx="11167567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完成项目初始化、Flask 骨架、前后端分离架构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设计 12 张核心数据表并导入种子数据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实现用户注册 / 登录 / Session 认证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实现考试资源列表 / 详情 / 分类筛选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Week 2 回顾 — 核心业务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200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题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题库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9675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6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个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模块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10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个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蓝图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24899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≈75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%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完成度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496312"/>
            <a:ext cx="11167567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完成题库与练习、智能学习计划、学习进度统计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完成弱项识别与个性化推荐、解析与答疑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Dashboard 接入今日任务、弱项提醒、评论提交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全部 7 个核心模块功能逻辑已实现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Week 3 概览 — 完善、Review、演示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42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次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提交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9675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109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个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文件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18+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个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测试端点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24899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100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%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完成度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496312"/>
            <a:ext cx="11167567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Day 11：UI/UX 统一，Aceternity 风格 surface 迁移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Day 12：模块 Review，Dashboard 与统计页打磨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Day 13：测试与调试，PowerShell API 冒烟测试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Day 14：演示准备，题库扩容至 200 题、资源关联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Day 15：收尾，README polish、CLAUDE.md、.cursorrules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UI/UX 统一与动画交互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41832"/>
            <a:ext cx="11167567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设计系统：从 GPT 生成资产迁移到 Aceternity 风格 surfaces.css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加载 veil、页面过渡、GSAP KPI 数字滚动动画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Dashboard 今日任务勾选 FLIP 动画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学习时长热力图支持 5 级色阶与悬停 tooltip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860px 断点下 sidebar 变为抽屉式导航，支持移动端浏览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测试与演示数据准备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41832"/>
            <a:ext cx="11167567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编写 PowerShell 冒烟测试脚本，覆盖 18+ API 端点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修复模块加载时序、本地时区过滤、多选答案比对等问题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题库从初始版本扩容至 200 题（单选 152 / 判断 34 / 多选 14）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题目与资源通过 resource_id 关联，支持资源详情页直接练习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完善多选题型交互与答案规范化比对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文档整理与项目归档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41832"/>
            <a:ext cx="11167567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README.md：环境准备、开机运行、换机实测、维护规范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docs/PROJECT_GUIDE.md：详细项目使用指南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docs/DEVELOPMENT_TIMELINE.md：三周开发进度与关键节点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.cursorrules：Cursor 项目上下文与代码规范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所有文档与 init_db.sql 同步更新，确保换机可复现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最终成果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7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个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模块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9675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12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张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数据表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200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题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题库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24899" y="1033272"/>
            <a:ext cx="2654731" cy="11430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000" b="1">
                <a:solidFill>
                  <a:srgbClr val="0066CC"/>
                </a:solidFill>
                <a:latin typeface="Microsoft YaHei"/>
              </a:defRPr>
            </a:pPr>
            <a:r>
              <a:t>23</a:t>
            </a:r>
          </a:p>
          <a:p>
            <a:pPr algn="ctr">
              <a:spcAft>
                <a:spcPts val="400"/>
              </a:spcAft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条</a:t>
            </a:r>
          </a:p>
          <a:p>
            <a:pPr algn="ctr"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资源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496312"/>
            <a:ext cx="11167567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7 个核心模块全部实现并联调通过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10 个后端 Blueprint，后端 5001 + 前端 8080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200 题 + 23 资源 + 4 个演示账号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约 50+ 次 commit，系统可运行、可演示、可换机部署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核心数据一览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941832"/>
            <a:ext cx="5400903" cy="347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代码与模块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371600"/>
            <a:ext cx="5400903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后端 Blueprint：10 个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前端页面：11 个 HTML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API 端点：18+ 个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Git commit：50+ 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941832"/>
            <a:ext cx="5400903" cy="347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数据与内容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371600"/>
            <a:ext cx="5400903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数据库表：12 张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种子题库：200 道题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备考资源：23 条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•  演示账号：4 个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后续计划与不足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41832"/>
            <a:ext cx="11167567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考试时间线：当前为静态文案，可扩展为接入考试公告 API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AI 答疑：当前为规则回复，可接入 LLM 提供更智能解答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移动端体验：已做响应式适配，但部分页面仍可继续优化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性能优化：大数据量下可引入缓存与分页优化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商业化扩展：可增加学习小组、排行榜、错题本等功能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1691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63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系统演示信息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41832"/>
            <a:ext cx="11167567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启动方式：后端 python app.py（端口 5001）+ 前端 python -m http.server 8080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访问地址：http://localhost:8080/login.html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演示账号：root / 123456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主要页面：登录页、Dashboard、资源库、题库练习、学习计划、统计页、推荐页、个人资料页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 验收路径：登录 → 浏览资源 → 开始练习 → 查看统计 → 生成推荐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194560"/>
            <a:ext cx="1116756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108960"/>
            <a:ext cx="111675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100" b="0">
                <a:solidFill>
                  <a:srgbClr val="E8F4FC"/>
                </a:solidFill>
                <a:latin typeface="Microsoft YaHei"/>
              </a:defRPr>
            </a:pPr>
            <a:r>
              <a:t>欢迎老师提问与指导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3840480"/>
            <a:ext cx="1116756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项目仓库：github.com/Aafff623/civil-service-exam-tracker</a:t>
            </a:r>
            <a:br/>
            <a:r>
              <a:t>演示地址：http://localhost:8080/login.html</a:t>
            </a:r>
            <a:br/>
            <a:r>
              <a:t>账号：root / 123456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528816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6202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