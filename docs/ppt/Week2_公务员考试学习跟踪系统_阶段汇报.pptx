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2926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005840"/>
            <a:ext cx="1116756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公务员考试学习跟踪系统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011680"/>
            <a:ext cx="111675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100" b="0">
                <a:solidFill>
                  <a:srgbClr val="E8F4FC"/>
                </a:solidFill>
                <a:latin typeface="Microsoft YaHei"/>
              </a:defRPr>
            </a:pPr>
            <a:r>
              <a:t>Week 2 阶段汇报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47" y="2926080"/>
            <a:ext cx="3657600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40983" y="2880360"/>
            <a:ext cx="109728" cy="10972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3474720"/>
            <a:ext cx="1116756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t>答辩人：[答辩人姓名]</a:t>
            </a:r>
            <a:br/>
            <a:r>
              <a:t>指导老师：[指导老师]</a:t>
            </a:r>
            <a:br/>
            <a:r>
              <a:t>[学校 / 学院]</a:t>
            </a:r>
            <a:br/>
            <a:r>
              <a:t>2026年6月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8046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600" b="1">
                <a:solidFill>
                  <a:srgbClr val="003366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399032"/>
            <a:ext cx="5423763" cy="492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01  Week 1 回顾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基础设施、数据库、用户与资源模块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02  Week 2 概览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完成 6 大核心业务模块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03  题库与练习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200 道题 + 单选/多选/判断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04  智能学习计划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科目权重 × 难度 + 弱项加权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1399032"/>
            <a:ext cx="5423763" cy="492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05  学习进度统计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答题历史 + 正确率 + 可视化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06  弱项识别与推荐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答题量 ≥ 5 且正确率 &lt; 60%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07  解析与答疑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每题解析 + 留言提问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08  后续计划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Week 3 将完成 UI/UX、测试、文档整理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Week 1 回顾 — 基础设施与核心数据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11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次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提交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9675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32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张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4899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23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条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496312"/>
            <a:ext cx="11167567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完成项目初始化、Flask 骨架、前后端分离架构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设计 12 张核心数据表并导入种子数据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实现用户注册 / 登录 / Session 认证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实现考试资源列表 / 详情 / 分类筛选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Week 2 概览 — 核心业务逻辑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200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道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种子题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9675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6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业务模块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8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API 蓝图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4899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≈75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%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完成度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496312"/>
            <a:ext cx="11167567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6：题库与练习模块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7：智能学习计划模块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8：学习进度统计模块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9：弱项识别与个性化推荐模块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10：题目解析与答疑模块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题库与练习模块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941832"/>
            <a:ext cx="5400903" cy="347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题目数据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371600"/>
            <a:ext cx="5400903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200 道种子题已入库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单选 152 道 / 判断 34 道 / 多选 14 道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覆盖 7 个科目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通过 resource_id 与 23 条资源关联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941832"/>
            <a:ext cx="5400903" cy="347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练习功能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371600"/>
            <a:ext cx="5400903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支持科目 + 资料来源 + 题型三级筛选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单选 / 多选 / 判断三种答题交互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多选答案规范化比对，避免 AC/CA 判错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答题后即时展示结果与解析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智能学习计划模块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输入：备考周期、每日可用时长、科目权重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算法：优先级分数 = 科目权重 × 难度系数 + 弱项加权 50%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输出：每日任务卡片，自动划分三阶段（基础 30% / 强化 40% / 冲刺 30%）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每日任务数：max(2, min(5, daily_minutes // 30))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重新生成计划时事务内先删后插，保证数据一致性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学习进度统计模块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记录每次答题历史，实时计算正确率与完成率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Dashboard 接入今日任务、弱项提醒、考试倒计时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统计页提供 KPI 看板、学习时长折线图、正确率趋势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打卡日历展示每日学习记录，支持连续打卡统计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新用户无数据时展示 Demo 数据兜底，页面不空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弱项识别与个性化推荐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941832"/>
            <a:ext cx="5400903" cy="347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弱项识别规则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371600"/>
            <a:ext cx="5400903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答题量 ≥ 5 且正确率 &lt; 60%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每次答题后实时更新 weak_points 表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正确率动态计算，弱项状态自动变化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941832"/>
            <a:ext cx="5400903" cy="347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推荐逻辑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371600"/>
            <a:ext cx="5400903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基于弱项科目匹配相关备考资源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推荐同类练习题巩固薄弱点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新用户冷启动时回退到通用入门推荐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解析与答疑模块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每道题均提供答案解析与答题技巧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支持学生针对题目提交留言提问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Dashboard 接入评论提交入口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答疑回复当前为规则回复，满足课程设计可控范围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留言数据与题目、用户关联，便于后续追踪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当前完成度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7/7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9675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张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200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题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种子题库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4899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23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条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备考资源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496312"/>
            <a:ext cx="11167567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全部 7 个核心模块已实现并跑通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功能逻辑完成，但 UI/UX 尚未统一打磨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测试覆盖与文档整理将在 Week 3 进行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后续计划 — Week 3 重点工作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UI/UX 统一：迁移 Aceternity 风格 surface、优化页面过渡与动画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模块 Review：Dashboard、统计页、资源详情、个人资料页细节打磨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测试与调试：PowerShell API 冒烟测试、修复时区与加载时序问题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演示准备：题库与资源关联、多选支持完善、换机部署 README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文档归档：README.md、PROJECT_GUIDE.md、DEVELOPMENT_TIMELINE.md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194560"/>
            <a:ext cx="1116756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108960"/>
            <a:ext cx="111675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100" b="0">
                <a:solidFill>
                  <a:srgbClr val="E8F4FC"/>
                </a:solidFill>
                <a:latin typeface="Microsoft YaHei"/>
              </a:defRPr>
            </a:pPr>
            <a:r>
              <a:t>欢迎老师提问与指导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3840480"/>
            <a:ext cx="1116756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项目仓库：github.com/Aafff623/civil-service-exam-tracker</a:t>
            </a:r>
            <a:br/>
            <a:r>
              <a:t>当前阶段：Week 2 完成核心业务，Week 3 进入完善与收尾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